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B3A"/>
                </a:solidFill>
                <a:latin typeface="Arial"/>
              </a:rPr>
              <a:t>Findings by severity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A4A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CRITICAL</c:v>
                  </c:pt>
                  <c:pt idx="1">
                    <c:v>WARNING</c:v>
                  </c:pt>
                  <c:pt idx="2">
                    <c:v>INFO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319</c:v>
                </c:pt>
                <c:pt idx="2">
                  <c:v>1175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</c:scaling>
        <c:delete val="0"/>
        <c:axPos val="l"/>
        <c:majorGridlines>
          <c:spPr>
            <a:ln w="6350" cap="flat">
              <a:solidFill>
                <a:srgbClr val="DDE3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DATA FOUNDATION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Nifty 100 Financial Intelligence Platform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validated relational data foundation for downstream financial analytics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34564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A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41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sources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33832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34564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A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041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338328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34564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A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1.49 MB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041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12 heterogeneous Excel sources into a unified SQLite relational database.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goals that define the data foundation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457200" cy="45720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63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heterogeneous financial datasets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3317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company and fiscal-year identifiers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291840"/>
            <a:ext cx="457200" cy="45720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00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structured data into SQLite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069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referential integrity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554480"/>
            <a:ext cx="457200" cy="45720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00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1463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DQ-01 to DQ-16 validation rules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228600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42316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23317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audit and validation outputs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31546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291840"/>
            <a:ext cx="457200" cy="45720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3200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foundation for subsequent analytics sprints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Raw Excel Sources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356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12A4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Normalisation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025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12A4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854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Loader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694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12A4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523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+ FK Filtering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36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12A4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192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03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12A4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8620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Validation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702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453128"/>
            <a:ext cx="3108960" cy="402336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4531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Validation Reports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scripts executed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931920" y="13716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319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normaliser.py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13716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loader.py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31920" y="18288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319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validator.py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18288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550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schema.sql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handled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31920" y="2743200"/>
            <a:ext cx="4754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114800" y="283464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balancesheet.xlsx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cashflow.xlsx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companies.xlsx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financial_ratios.xlsx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283464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market_cap.xlsx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peer_groups.xlsx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profitandloss.xlsx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prosandcons.xlsx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sectors.xlsx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stock_prices.xlsx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verification checks passed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73736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14884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1.49 MB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size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173736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9476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A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173736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4068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A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violations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173736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08660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artifacts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relational foundation ready for downstream analytics sprints.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Structure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physical tables, including downstream Sprint 2/3 tables and the SQLite internal sequence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0020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companies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60020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12A4A0"/>
          </a:solidFill>
          <a:ln w="12700">
            <a:solidFill>
              <a:srgbClr val="12A4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6002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profitandloss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balancesheet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24612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2461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/ Supporting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stock_prices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market_cap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prosandcons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peer_groups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24612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12A4A0"/>
          </a:solidFill>
          <a:ln w="12700">
            <a:solidFill>
              <a:srgbClr val="12A4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32461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/ Internal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financial_ratios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peer_percentiles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703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sqlite_sequence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Audit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DQ-01 to DQ-16 rules applied post-load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37160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669280" y="1463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1,494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findings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0" y="3017520"/>
            <a:ext cx="3017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852160" y="3108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319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INFO: 1,175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3886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and info findings were retained in audit outputs for review, not silently discarded.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 &amp;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PRAGMA foreign_key_check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0 violations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PRAGMA integrity_check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ok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84048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handling: </a:t>
            </a:r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without a corresponding company master record are rejected rather than inserted with broken foreign-key relationships.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2A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/ 43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0" y="118872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303520" y="1188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collected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20640" y="1847088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303520" y="1847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8470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20640" y="2505456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303520" y="25054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5054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20640" y="3163824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303520" y="31638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16382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3822192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03520" y="3822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8221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Deliverables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folders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Code/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3375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PPT Slides/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Video/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188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required Sprint 1 artifacts — all present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0" y="1554480"/>
            <a:ext cx="2377440" cy="475488"/>
          </a:xfrm>
          <a:prstGeom prst="roundRect">
            <a:avLst>
              <a:gd name="adj" fmla="val 11538"/>
            </a:avLst>
          </a:prstGeom>
          <a:solidFill>
            <a:srgbClr val="12A4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nifty100.db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237744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load_audit.csv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2148840"/>
            <a:ext cx="237744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0" y="2148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validation_failures.csv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148840"/>
            <a:ext cx="2377440" cy="475488"/>
          </a:xfrm>
          <a:prstGeom prst="roundRect">
            <a:avLst>
              <a:gd name="adj" fmla="val 11538"/>
            </a:avLst>
          </a:prstGeom>
          <a:solidFill>
            <a:srgbClr val="12A4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2148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loader.py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2743200"/>
            <a:ext cx="237744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2743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normaliser.py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743200"/>
            <a:ext cx="237744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27432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validator.py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3337560"/>
            <a:ext cx="2377440" cy="475488"/>
          </a:xfrm>
          <a:prstGeom prst="roundRect">
            <a:avLst>
              <a:gd name="adj" fmla="val 11538"/>
            </a:avLst>
          </a:prstGeom>
          <a:solidFill>
            <a:srgbClr val="12A4A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0" y="33375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schema.sql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337560"/>
            <a:ext cx="237744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33375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tests/etl/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0" y="3931920"/>
            <a:ext cx="484632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393192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exploratory_queries.sql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— COMPLETED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verification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274320" cy="27432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916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 artifacts present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274320" cy="27432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1031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43/43 ETL tests passed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274320" cy="27432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5146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FK violations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9260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CRITICAL DQ findings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274320" cy="27432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3375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companies mapped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776472"/>
            <a:ext cx="274320" cy="27432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749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outputs generated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274320" cy="274320"/>
          </a:xfrm>
          <a:prstGeom prst="ellipse">
            <a:avLst/>
          </a:prstGeom>
          <a:solidFill>
            <a:srgbClr val="12A4A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1605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updated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0" y="210312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66928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26974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/ Ready to Close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100 Financial Intelligence Platform — Sprint 1</dc:title>
  <dc:subject>PptxGenJS Presentation</dc:subject>
  <dc:creator>PptxGenJS</dc:creator>
  <cp:lastModifiedBy>PptxGenJS</cp:lastModifiedBy>
  <cp:revision>1</cp:revision>
  <dcterms:created xsi:type="dcterms:W3CDTF">2026-09-29T13:36:10Z</dcterms:created>
  <dcterms:modified xsi:type="dcterms:W3CDTF">2026-09-29T13:36:10Z</dcterms:modified>
</cp:coreProperties>
</file>